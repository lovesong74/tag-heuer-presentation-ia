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47FF30-E6C3-C272-310A-7B749199B5AB}" v="430" dt="2025-11-13T20:23:23.9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divia David" userId="S::davidgab.valdivia@hes-so.ch::ccc30ab9-72fb-44d6-9712-ec4330a8410d" providerId="AD" clId="Web-{0547FF30-E6C3-C272-310A-7B749199B5AB}"/>
    <pc:docChg chg="addSld modSld">
      <pc:chgData name="Valdivia David" userId="S::davidgab.valdivia@hes-so.ch::ccc30ab9-72fb-44d6-9712-ec4330a8410d" providerId="AD" clId="Web-{0547FF30-E6C3-C272-310A-7B749199B5AB}" dt="2025-11-13T20:23:23.979" v="420" actId="20577"/>
      <pc:docMkLst>
        <pc:docMk/>
      </pc:docMkLst>
      <pc:sldChg chg="modSp">
        <pc:chgData name="Valdivia David" userId="S::davidgab.valdivia@hes-so.ch::ccc30ab9-72fb-44d6-9712-ec4330a8410d" providerId="AD" clId="Web-{0547FF30-E6C3-C272-310A-7B749199B5AB}" dt="2025-11-13T20:07:54.238" v="4" actId="20577"/>
        <pc:sldMkLst>
          <pc:docMk/>
          <pc:sldMk cId="3784089036" sldId="256"/>
        </pc:sldMkLst>
        <pc:spChg chg="mod">
          <ac:chgData name="Valdivia David" userId="S::davidgab.valdivia@hes-so.ch::ccc30ab9-72fb-44d6-9712-ec4330a8410d" providerId="AD" clId="Web-{0547FF30-E6C3-C272-310A-7B749199B5AB}" dt="2025-11-13T20:07:54.238" v="4" actId="20577"/>
          <ac:spMkLst>
            <pc:docMk/>
            <pc:sldMk cId="3784089036" sldId="256"/>
            <ac:spMk id="2" creationId="{00000000-0000-0000-0000-000000000000}"/>
          </ac:spMkLst>
        </pc:spChg>
      </pc:sldChg>
      <pc:sldChg chg="modSp new">
        <pc:chgData name="Valdivia David" userId="S::davidgab.valdivia@hes-so.ch::ccc30ab9-72fb-44d6-9712-ec4330a8410d" providerId="AD" clId="Web-{0547FF30-E6C3-C272-310A-7B749199B5AB}" dt="2025-11-13T20:08:34.191" v="6" actId="20577"/>
        <pc:sldMkLst>
          <pc:docMk/>
          <pc:sldMk cId="3312440831" sldId="257"/>
        </pc:sldMkLst>
        <pc:spChg chg="mod">
          <ac:chgData name="Valdivia David" userId="S::davidgab.valdivia@hes-so.ch::ccc30ab9-72fb-44d6-9712-ec4330a8410d" providerId="AD" clId="Web-{0547FF30-E6C3-C272-310A-7B749199B5AB}" dt="2025-11-13T20:08:34.191" v="6" actId="20577"/>
          <ac:spMkLst>
            <pc:docMk/>
            <pc:sldMk cId="3312440831" sldId="257"/>
            <ac:spMk id="2" creationId="{12B6950F-98D7-BF5D-BCA0-4D0B7E2E61FE}"/>
          </ac:spMkLst>
        </pc:spChg>
      </pc:sldChg>
      <pc:sldChg chg="modSp new">
        <pc:chgData name="Valdivia David" userId="S::davidgab.valdivia@hes-so.ch::ccc30ab9-72fb-44d6-9712-ec4330a8410d" providerId="AD" clId="Web-{0547FF30-E6C3-C272-310A-7B749199B5AB}" dt="2025-11-13T20:08:49.754" v="25" actId="20577"/>
        <pc:sldMkLst>
          <pc:docMk/>
          <pc:sldMk cId="2638608124" sldId="258"/>
        </pc:sldMkLst>
        <pc:spChg chg="mod">
          <ac:chgData name="Valdivia David" userId="S::davidgab.valdivia@hes-so.ch::ccc30ab9-72fb-44d6-9712-ec4330a8410d" providerId="AD" clId="Web-{0547FF30-E6C3-C272-310A-7B749199B5AB}" dt="2025-11-13T20:08:49.754" v="25" actId="20577"/>
          <ac:spMkLst>
            <pc:docMk/>
            <pc:sldMk cId="2638608124" sldId="258"/>
            <ac:spMk id="2" creationId="{25966170-8B0B-E53A-A969-E77A1D0BE306}"/>
          </ac:spMkLst>
        </pc:spChg>
      </pc:sldChg>
      <pc:sldChg chg="modSp new">
        <pc:chgData name="Valdivia David" userId="S::davidgab.valdivia@hes-so.ch::ccc30ab9-72fb-44d6-9712-ec4330a8410d" providerId="AD" clId="Web-{0547FF30-E6C3-C272-310A-7B749199B5AB}" dt="2025-11-13T20:08:58.894" v="42" actId="20577"/>
        <pc:sldMkLst>
          <pc:docMk/>
          <pc:sldMk cId="3491231343" sldId="259"/>
        </pc:sldMkLst>
        <pc:spChg chg="mod">
          <ac:chgData name="Valdivia David" userId="S::davidgab.valdivia@hes-so.ch::ccc30ab9-72fb-44d6-9712-ec4330a8410d" providerId="AD" clId="Web-{0547FF30-E6C3-C272-310A-7B749199B5AB}" dt="2025-11-13T20:08:58.894" v="42" actId="20577"/>
          <ac:spMkLst>
            <pc:docMk/>
            <pc:sldMk cId="3491231343" sldId="259"/>
            <ac:spMk id="2" creationId="{026F5F66-7521-2BE8-2050-D000049EF893}"/>
          </ac:spMkLst>
        </pc:spChg>
      </pc:sldChg>
      <pc:sldChg chg="addSp delSp modSp new">
        <pc:chgData name="Valdivia David" userId="S::davidgab.valdivia@hes-so.ch::ccc30ab9-72fb-44d6-9712-ec4330a8410d" providerId="AD" clId="Web-{0547FF30-E6C3-C272-310A-7B749199B5AB}" dt="2025-11-13T20:22:10.712" v="320" actId="20577"/>
        <pc:sldMkLst>
          <pc:docMk/>
          <pc:sldMk cId="2801287616" sldId="260"/>
        </pc:sldMkLst>
        <pc:spChg chg="mod">
          <ac:chgData name="Valdivia David" userId="S::davidgab.valdivia@hes-so.ch::ccc30ab9-72fb-44d6-9712-ec4330a8410d" providerId="AD" clId="Web-{0547FF30-E6C3-C272-310A-7B749199B5AB}" dt="2025-11-13T20:22:10.712" v="320" actId="20577"/>
          <ac:spMkLst>
            <pc:docMk/>
            <pc:sldMk cId="2801287616" sldId="260"/>
            <ac:spMk id="2" creationId="{4A25C6DD-35CA-6807-642D-07C72307332E}"/>
          </ac:spMkLst>
        </pc:spChg>
        <pc:spChg chg="mod">
          <ac:chgData name="Valdivia David" userId="S::davidgab.valdivia@hes-so.ch::ccc30ab9-72fb-44d6-9712-ec4330a8410d" providerId="AD" clId="Web-{0547FF30-E6C3-C272-310A-7B749199B5AB}" dt="2025-11-13T20:11:26.880" v="76" actId="20577"/>
          <ac:spMkLst>
            <pc:docMk/>
            <pc:sldMk cId="2801287616" sldId="260"/>
            <ac:spMk id="3" creationId="{FECCB43D-8B20-3960-0D90-A9C7D11A43CC}"/>
          </ac:spMkLst>
        </pc:spChg>
        <pc:spChg chg="add del mod">
          <ac:chgData name="Valdivia David" userId="S::davidgab.valdivia@hes-so.ch::ccc30ab9-72fb-44d6-9712-ec4330a8410d" providerId="AD" clId="Web-{0547FF30-E6C3-C272-310A-7B749199B5AB}" dt="2025-11-13T20:12:02.352" v="83"/>
          <ac:spMkLst>
            <pc:docMk/>
            <pc:sldMk cId="2801287616" sldId="260"/>
            <ac:spMk id="5" creationId="{6BF3EE4C-6F96-E576-DDB7-0FEB574266A9}"/>
          </ac:spMkLst>
        </pc:spChg>
      </pc:sldChg>
      <pc:sldChg chg="modSp new">
        <pc:chgData name="Valdivia David" userId="S::davidgab.valdivia@hes-so.ch::ccc30ab9-72fb-44d6-9712-ec4330a8410d" providerId="AD" clId="Web-{0547FF30-E6C3-C272-310A-7B749199B5AB}" dt="2025-11-13T20:22:42.963" v="380" actId="20577"/>
        <pc:sldMkLst>
          <pc:docMk/>
          <pc:sldMk cId="1438219735" sldId="261"/>
        </pc:sldMkLst>
        <pc:spChg chg="mod">
          <ac:chgData name="Valdivia David" userId="S::davidgab.valdivia@hes-so.ch::ccc30ab9-72fb-44d6-9712-ec4330a8410d" providerId="AD" clId="Web-{0547FF30-E6C3-C272-310A-7B749199B5AB}" dt="2025-11-13T20:22:30.166" v="353" actId="20577"/>
          <ac:spMkLst>
            <pc:docMk/>
            <pc:sldMk cId="1438219735" sldId="261"/>
            <ac:spMk id="2" creationId="{038E52D0-A04C-A185-CA85-153A5BD07176}"/>
          </ac:spMkLst>
        </pc:spChg>
        <pc:spChg chg="mod">
          <ac:chgData name="Valdivia David" userId="S::davidgab.valdivia@hes-so.ch::ccc30ab9-72fb-44d6-9712-ec4330a8410d" providerId="AD" clId="Web-{0547FF30-E6C3-C272-310A-7B749199B5AB}" dt="2025-11-13T20:22:42.963" v="380" actId="20577"/>
          <ac:spMkLst>
            <pc:docMk/>
            <pc:sldMk cId="1438219735" sldId="261"/>
            <ac:spMk id="3" creationId="{1404950E-0FC3-6492-F518-94F6DED954FE}"/>
          </ac:spMkLst>
        </pc:spChg>
      </pc:sldChg>
      <pc:sldChg chg="modSp new">
        <pc:chgData name="Valdivia David" userId="S::davidgab.valdivia@hes-so.ch::ccc30ab9-72fb-44d6-9712-ec4330a8410d" providerId="AD" clId="Web-{0547FF30-E6C3-C272-310A-7B749199B5AB}" dt="2025-11-13T20:23:23.979" v="420" actId="20577"/>
        <pc:sldMkLst>
          <pc:docMk/>
          <pc:sldMk cId="271410666" sldId="262"/>
        </pc:sldMkLst>
        <pc:spChg chg="mod">
          <ac:chgData name="Valdivia David" userId="S::davidgab.valdivia@hes-so.ch::ccc30ab9-72fb-44d6-9712-ec4330a8410d" providerId="AD" clId="Web-{0547FF30-E6C3-C272-310A-7B749199B5AB}" dt="2025-11-13T20:23:23.979" v="420" actId="20577"/>
          <ac:spMkLst>
            <pc:docMk/>
            <pc:sldMk cId="271410666" sldId="262"/>
            <ac:spMk id="2" creationId="{C7FC7093-4B52-A94E-E3DA-86D6A997C8CB}"/>
          </ac:spMkLst>
        </pc:spChg>
      </pc:sldChg>
      <pc:sldChg chg="modSp new">
        <pc:chgData name="Valdivia David" userId="S::davidgab.valdivia@hes-so.ch::ccc30ab9-72fb-44d6-9712-ec4330a8410d" providerId="AD" clId="Web-{0547FF30-E6C3-C272-310A-7B749199B5AB}" dt="2025-11-13T20:09:37.411" v="64" actId="20577"/>
        <pc:sldMkLst>
          <pc:docMk/>
          <pc:sldMk cId="2912330758" sldId="263"/>
        </pc:sldMkLst>
        <pc:spChg chg="mod">
          <ac:chgData name="Valdivia David" userId="S::davidgab.valdivia@hes-so.ch::ccc30ab9-72fb-44d6-9712-ec4330a8410d" providerId="AD" clId="Web-{0547FF30-E6C3-C272-310A-7B749199B5AB}" dt="2025-11-13T20:09:37.411" v="64" actId="20577"/>
          <ac:spMkLst>
            <pc:docMk/>
            <pc:sldMk cId="2912330758" sldId="263"/>
            <ac:spMk id="2" creationId="{1BC4E455-EF5C-D22D-5E16-261B57C4BF1E}"/>
          </ac:spMkLst>
        </pc:spChg>
      </pc:sldChg>
      <pc:sldChg chg="modSp new">
        <pc:chgData name="Valdivia David" userId="S::davidgab.valdivia@hes-so.ch::ccc30ab9-72fb-44d6-9712-ec4330a8410d" providerId="AD" clId="Web-{0547FF30-E6C3-C272-310A-7B749199B5AB}" dt="2025-11-13T20:09:46.114" v="72" actId="20577"/>
        <pc:sldMkLst>
          <pc:docMk/>
          <pc:sldMk cId="3743258233" sldId="264"/>
        </pc:sldMkLst>
        <pc:spChg chg="mod">
          <ac:chgData name="Valdivia David" userId="S::davidgab.valdivia@hes-so.ch::ccc30ab9-72fb-44d6-9712-ec4330a8410d" providerId="AD" clId="Web-{0547FF30-E6C3-C272-310A-7B749199B5AB}" dt="2025-11-13T20:09:46.114" v="72" actId="20577"/>
          <ac:spMkLst>
            <pc:docMk/>
            <pc:sldMk cId="3743258233" sldId="264"/>
            <ac:spMk id="2" creationId="{A856EF70-274B-6E0F-49CA-7E3D86A0CEC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6950F-98D7-BF5D-BCA0-4D0B7E2E6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33401-68C1-B32D-0FF9-4BA9A5613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440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66170-8B0B-E53A-A969-E77A1D0BE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2CBDE-D71B-5B8D-F12C-EF42CB7ED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08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5F66-7521-2BE8-2050-D000049EF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Etat de </a:t>
            </a:r>
            <a:r>
              <a:rPr lang="en-US" err="1"/>
              <a:t>l'art</a:t>
            </a:r>
            <a:r>
              <a:rPr lang="en-US"/>
              <a:t> = recherches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FBDB8-60F2-F29C-2F9A-DBFAC5519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231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C6DD-35CA-6807-642D-07C723073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302" y="209576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/>
              <a:t>Business case</a:t>
            </a:r>
            <a:br>
              <a:rPr lang="en-US"/>
            </a:br>
            <a:br>
              <a:rPr lang="en-US"/>
            </a:br>
            <a:r>
              <a:rPr lang="en-US" err="1"/>
              <a:t>création</a:t>
            </a:r>
            <a:r>
              <a:rPr lang="en-US"/>
              <a:t> de </a:t>
            </a:r>
            <a:r>
              <a:rPr lang="en-US" err="1"/>
              <a:t>jumeaux</a:t>
            </a:r>
            <a:r>
              <a:rPr lang="en-US"/>
              <a:t> </a:t>
            </a:r>
            <a:r>
              <a:rPr lang="en-US" err="1"/>
              <a:t>virtuel</a:t>
            </a:r>
            <a:r>
              <a:rPr lang="en-US"/>
              <a:t> de client </a:t>
            </a:r>
            <a:r>
              <a:rPr lang="en-US" err="1"/>
              <a:t>interressants</a:t>
            </a:r>
            <a:r>
              <a:rPr lang="en-US"/>
              <a:t> ? </a:t>
            </a:r>
            <a:br>
              <a:rPr lang="en-US"/>
            </a:br>
            <a:br>
              <a:rPr lang="en-US"/>
            </a:br>
            <a:r>
              <a:rPr lang="en-US" err="1"/>
              <a:t>pourquoi</a:t>
            </a:r>
            <a:r>
              <a:rPr lang="en-US"/>
              <a:t> ? -&gt; </a:t>
            </a:r>
            <a:r>
              <a:rPr lang="en-US" err="1"/>
              <a:t>personna</a:t>
            </a:r>
            <a:r>
              <a:rPr lang="en-US"/>
              <a:t> du </a:t>
            </a:r>
            <a:r>
              <a:rPr lang="en-US" err="1"/>
              <a:t>magasin</a:t>
            </a:r>
            <a:r>
              <a:rPr lang="en-US"/>
              <a:t>. -&gt; </a:t>
            </a:r>
            <a:r>
              <a:rPr lang="en-US" err="1"/>
              <a:t>échanger</a:t>
            </a:r>
            <a:r>
              <a:rPr lang="en-US"/>
              <a:t> entre </a:t>
            </a:r>
            <a:r>
              <a:rPr lang="en-US" err="1"/>
              <a:t>région</a:t>
            </a:r>
            <a:br>
              <a:rPr lang="en-US"/>
            </a:br>
            <a:br>
              <a:rPr lang="en-US"/>
            </a:br>
            <a:r>
              <a:rPr lang="en-US"/>
              <a:t>comment -&gt; tendance de </a:t>
            </a:r>
            <a:r>
              <a:rPr lang="en-US" err="1"/>
              <a:t>conso</a:t>
            </a:r>
            <a:r>
              <a:rPr lang="en-US"/>
              <a:t> </a:t>
            </a:r>
            <a:r>
              <a:rPr lang="en-US" err="1"/>
              <a:t>régionales</a:t>
            </a:r>
            <a:r>
              <a:rPr lang="en-US"/>
              <a:t> et scrapper le web. </a:t>
            </a:r>
            <a:br>
              <a:rPr lang="en-US"/>
            </a:br>
            <a:br>
              <a:rPr lang="en-US"/>
            </a:br>
            <a:r>
              <a:rPr lang="en-US"/>
              <a:t>quoi -&gt; </a:t>
            </a:r>
            <a:r>
              <a:rPr lang="en-US" err="1"/>
              <a:t>personnas</a:t>
            </a:r>
            <a:r>
              <a:rPr lang="en-US"/>
              <a:t> </a:t>
            </a:r>
            <a:r>
              <a:rPr lang="en-US" err="1"/>
              <a:t>affinés</a:t>
            </a:r>
            <a:r>
              <a:rPr lang="en-US"/>
              <a:t> par </a:t>
            </a:r>
            <a:r>
              <a:rPr lang="en-US" err="1"/>
              <a:t>magasin</a:t>
            </a:r>
            <a:r>
              <a:rPr lang="en-US"/>
              <a:t> / </a:t>
            </a:r>
            <a:r>
              <a:rPr lang="en-US" err="1"/>
              <a:t>région</a:t>
            </a:r>
            <a:r>
              <a:rPr lang="en-US"/>
              <a:t> , genre "young striver geneva"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CB43D-8B20-3960-0D90-A9C7D11A4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 </a:t>
            </a:r>
          </a:p>
        </p:txBody>
      </p:sp>
    </p:spTree>
    <p:extLst>
      <p:ext uri="{BB962C8B-B14F-4D97-AF65-F5344CB8AC3E}">
        <p14:creationId xmlns:p14="http://schemas.microsoft.com/office/powerpoint/2010/main" val="2801287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E52D0-A04C-A185-CA85-153A5BD07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case = 1 Formation interne / mise </a:t>
            </a:r>
            <a:r>
              <a:rPr lang="en-US" err="1"/>
              <a:t>en</a:t>
            </a:r>
            <a:r>
              <a:rPr lang="en-US"/>
              <a:t> situation.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4950E-0FC3-6492-F518-94F6DED95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Opportunités</a:t>
            </a:r>
            <a:r>
              <a:rPr lang="en-US"/>
              <a:t> / menaces</a:t>
            </a:r>
          </a:p>
        </p:txBody>
      </p:sp>
    </p:spTree>
    <p:extLst>
      <p:ext uri="{BB962C8B-B14F-4D97-AF65-F5344CB8AC3E}">
        <p14:creationId xmlns:p14="http://schemas.microsoft.com/office/powerpoint/2010/main" val="1438219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C7093-4B52-A94E-E3DA-86D6A997C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case = Site web </a:t>
            </a:r>
            <a:r>
              <a:rPr lang="en-US" err="1"/>
              <a:t>repondant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fonction</a:t>
            </a:r>
            <a:r>
              <a:rPr lang="en-US"/>
              <a:t> de la </a:t>
            </a:r>
            <a:r>
              <a:rPr lang="en-US" err="1"/>
              <a:t>personne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région</a:t>
            </a:r>
            <a:r>
              <a:rPr lang="en-US"/>
              <a:t>. 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69044-3462-03CA-AF45-BC665DDD2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10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4E455-EF5C-D22D-5E16-261B57C4B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CA6C9-2180-85CB-C92F-B31483214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330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6EF70-274B-6E0F-49CA-7E3D86A0C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Annexes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0C09E-9E48-0242-2A6E-76B79BC94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2582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FF3513656F7041B59E667E19173942" ma:contentTypeVersion="10" ma:contentTypeDescription="Crée un document." ma:contentTypeScope="" ma:versionID="569b4e6f9b4574a2b23885b839d664f5">
  <xsd:schema xmlns:xsd="http://www.w3.org/2001/XMLSchema" xmlns:xs="http://www.w3.org/2001/XMLSchema" xmlns:p="http://schemas.microsoft.com/office/2006/metadata/properties" xmlns:ns2="6b2662fe-1100-4049-b315-619699f6744f" xmlns:ns3="17b2e45a-2c95-47f2-b5e9-90692000f981" targetNamespace="http://schemas.microsoft.com/office/2006/metadata/properties" ma:root="true" ma:fieldsID="45ebd98263c2f2178473156b04c07f91" ns2:_="" ns3:_="">
    <xsd:import namespace="6b2662fe-1100-4049-b315-619699f6744f"/>
    <xsd:import namespace="17b2e45a-2c95-47f2-b5e9-90692000f9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2662fe-1100-4049-b315-619699f674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e5965820-1b97-4994-ad5a-2b1f2cea3fc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b2e45a-2c95-47f2-b5e9-90692000f98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6186a78-2de1-4aef-9334-bd14d59dd99f}" ma:internalName="TaxCatchAll" ma:showField="CatchAllData" ma:web="17b2e45a-2c95-47f2-b5e9-90692000f9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b2662fe-1100-4049-b315-619699f6744f">
      <Terms xmlns="http://schemas.microsoft.com/office/infopath/2007/PartnerControls"/>
    </lcf76f155ced4ddcb4097134ff3c332f>
    <TaxCatchAll xmlns="17b2e45a-2c95-47f2-b5e9-90692000f981" xsi:nil="true"/>
  </documentManagement>
</p:properties>
</file>

<file path=customXml/itemProps1.xml><?xml version="1.0" encoding="utf-8"?>
<ds:datastoreItem xmlns:ds="http://schemas.openxmlformats.org/officeDocument/2006/customXml" ds:itemID="{CC367F77-764F-41A4-81B3-626976CF22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9611D0-2725-42DE-B15B-481D4FCC9078}">
  <ds:schemaRefs>
    <ds:schemaRef ds:uri="17b2e45a-2c95-47f2-b5e9-90692000f981"/>
    <ds:schemaRef ds:uri="6b2662fe-1100-4049-b315-619699f6744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E492EDE-C136-4578-B39F-A5EC88329EF3}">
  <ds:schemaRefs>
    <ds:schemaRef ds:uri="17b2e45a-2c95-47f2-b5e9-90692000f981"/>
    <ds:schemaRef ds:uri="6b2662fe-1100-4049-b315-619699f6744f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Thème Office</vt:lpstr>
      <vt:lpstr>Titre</vt:lpstr>
      <vt:lpstr>Exec</vt:lpstr>
      <vt:lpstr>Contexte</vt:lpstr>
      <vt:lpstr>Etat de l'art = recherches</vt:lpstr>
      <vt:lpstr>Business case  création de jumeaux virtuel de client interressants ?   pourquoi ? -&gt; personna du magasin. -&gt; échanger entre région  comment -&gt; tendance de conso régionales et scrapper le web.   quoi -&gt; personnas affinés par magasin / région , genre "young striver geneva"</vt:lpstr>
      <vt:lpstr>Business case = 1 Formation interne / mise en situation. </vt:lpstr>
      <vt:lpstr>Business case = Site web repondant en fonction de la personne en région.  </vt:lpstr>
      <vt:lpstr>Conclusion</vt:lpstr>
      <vt:lpstr>Annexes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2025-11-13T20:07:30Z</dcterms:created>
  <dcterms:modified xsi:type="dcterms:W3CDTF">2025-11-13T20:23:34Z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0x01010085FF3513656F7041B59E667E19173942</vt:lpwstr>
  </property>
  <property fmtid="{D5CDD505-2E9C-101B-9397-08002B2CF9AE}" pid="3" name="MediaServiceImageTags">
    <vt:lpwstr/>
  </property>
</Properties>
</file>